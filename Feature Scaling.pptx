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Proxima Nova Extrabold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7a7cbd0d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37a7cbd0d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37a7cbd0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37a7cbd0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37a7cbd0d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37a7cbd0d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37a7cbd0d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37a7cbd0d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7a7cbd0d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37a7cbd0d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394300" y="2976050"/>
            <a:ext cx="6564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Scalin</a:t>
            </a:r>
            <a:r>
              <a:rPr lang="en"/>
              <a:t>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9"/>
              <a:t>-Aishwarya Madan.Borkar</a:t>
            </a:r>
            <a:endParaRPr sz="1389"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0925" y="333375"/>
            <a:ext cx="18288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8582225" y="4554950"/>
            <a:ext cx="471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feature scaling?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Feature Scaling is a method to normalize the range of independent variables.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By normalizing we mean to give equal weightage,equal importance to ll the features in the dataset.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There are various techniques for scaling our dataset Rescaling, Mean normalization and Standardization(z-score normalization).</a:t>
            </a:r>
            <a:endParaRPr sz="1700"/>
          </a:p>
        </p:txBody>
      </p:sp>
      <p:sp>
        <p:nvSpPr>
          <p:cNvPr id="143" name="Google Shape;143;p14"/>
          <p:cNvSpPr txBox="1"/>
          <p:nvPr/>
        </p:nvSpPr>
        <p:spPr>
          <a:xfrm>
            <a:off x="8481150" y="4478750"/>
            <a:ext cx="4941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What is Normalization?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2309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AutoNum type="arabicPeriod"/>
            </a:pPr>
            <a:r>
              <a:rPr lang="en" sz="2126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term “normalization” refers to the scaling down of the data set such that the normalized data falls between 0 and 1. This normalization technique helps compare corresponding normalized values from two or more data sets.</a:t>
            </a:r>
            <a:endParaRPr sz="2126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2309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AutoNum type="arabicPeriod"/>
            </a:pPr>
            <a:r>
              <a:rPr lang="en" sz="2126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eliminates the effects of the variation in the scale of the data sets, i.e., a data set with large values can be easily compared with a data set with smaller values.</a:t>
            </a:r>
            <a:endParaRPr sz="2126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380075" y="4478750"/>
            <a:ext cx="516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use of Normalization?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short answer is it improves the model accuracy.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In simple words,it gives equal weights/importance so that no bigger numbers are dominant and smaller numbers are recessive.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So how to implement it?</a:t>
            </a:r>
            <a:endParaRPr sz="2000"/>
          </a:p>
        </p:txBody>
      </p:sp>
      <p:sp>
        <p:nvSpPr>
          <p:cNvPr id="157" name="Google Shape;157;p16"/>
          <p:cNvSpPr txBox="1"/>
          <p:nvPr/>
        </p:nvSpPr>
        <p:spPr>
          <a:xfrm>
            <a:off x="8336400" y="4478750"/>
            <a:ext cx="550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400" y="618625"/>
            <a:ext cx="7269225" cy="365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8447475" y="4552775"/>
            <a:ext cx="5166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2755925"/>
            <a:ext cx="7038900" cy="17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So it is better to give justice to all the variables in our dataset while analysis to avoid errors and bias.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900">
                <a:solidFill>
                  <a:srgbClr val="FF99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</a:t>
            </a:r>
            <a:endParaRPr sz="3900">
              <a:solidFill>
                <a:srgbClr val="FF99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00" y="285250"/>
            <a:ext cx="6311450" cy="2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